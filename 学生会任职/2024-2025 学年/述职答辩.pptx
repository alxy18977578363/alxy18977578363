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内容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9" hasCustomPrompt="1"/>
            <p:custDataLst>
              <p:tags r:id="rId3"/>
            </p:custDataLst>
          </p:nvPr>
        </p:nvSpPr>
        <p:spPr>
          <a:xfrm>
            <a:off x="609600" y="1524000"/>
            <a:ext cx="3454400" cy="4114800"/>
          </a:xfrm>
          <a:custGeom>
            <a:avLst/>
            <a:gdLst>
              <a:gd name="connisteX0" fmla="*/ 0 w 3454400"/>
              <a:gd name="connsiteY0" fmla="*/ 203200 h 4114800"/>
              <a:gd name="connisteX1" fmla="*/ 203200 w 3454400"/>
              <a:gd name="connsiteY1" fmla="*/ 0 h 4114800"/>
              <a:gd name="connisteX2" fmla="*/ 3251200 w 3454400"/>
              <a:gd name="connsiteY2" fmla="*/ 0 h 4114800"/>
              <a:gd name="connisteX3" fmla="*/ 3454400 w 3454400"/>
              <a:gd name="connsiteY3" fmla="*/ 203200 h 4114800"/>
              <a:gd name="connisteX4" fmla="*/ 3454400 w 3454400"/>
              <a:gd name="connsiteY4" fmla="*/ 3911600 h 4114800"/>
              <a:gd name="connisteX5" fmla="*/ 3251200 w 3454400"/>
              <a:gd name="connsiteY5" fmla="*/ 4114800 h 4114800"/>
              <a:gd name="connisteX6" fmla="*/ 203200 w 3454400"/>
              <a:gd name="connsiteY6" fmla="*/ 4114800 h 4114800"/>
              <a:gd name="connisteX7" fmla="*/ 0 w 3454400"/>
              <a:gd name="connsiteY7" fmla="*/ 3911600 h 4114800"/>
              <a:gd name="connisteX8" fmla="*/ 0 w 34544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11600"/>
                </a:lnTo>
                <a:cubicBezTo>
                  <a:pt x="3454400" y="4023824"/>
                  <a:pt x="3363424" y="4114800"/>
                  <a:pt x="32512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5943600"/>
            <a:ext cx="345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5"/>
            </p:custDataLst>
          </p:nvPr>
        </p:nvSpPr>
        <p:spPr>
          <a:xfrm>
            <a:off x="4368800" y="1524000"/>
            <a:ext cx="3454400" cy="4114800"/>
          </a:xfrm>
          <a:custGeom>
            <a:avLst/>
            <a:gdLst>
              <a:gd name="connisteX0" fmla="*/ 0 w 3454400"/>
              <a:gd name="connsiteY0" fmla="*/ 203200 h 4114800"/>
              <a:gd name="connisteX1" fmla="*/ 203200 w 3454400"/>
              <a:gd name="connsiteY1" fmla="*/ 0 h 4114800"/>
              <a:gd name="connisteX2" fmla="*/ 3251200 w 3454400"/>
              <a:gd name="connsiteY2" fmla="*/ 0 h 4114800"/>
              <a:gd name="connisteX3" fmla="*/ 3454400 w 3454400"/>
              <a:gd name="connsiteY3" fmla="*/ 203200 h 4114800"/>
              <a:gd name="connisteX4" fmla="*/ 3454400 w 3454400"/>
              <a:gd name="connsiteY4" fmla="*/ 3911600 h 4114800"/>
              <a:gd name="connisteX5" fmla="*/ 3251200 w 3454400"/>
              <a:gd name="connsiteY5" fmla="*/ 4114800 h 4114800"/>
              <a:gd name="connisteX6" fmla="*/ 203200 w 3454400"/>
              <a:gd name="connsiteY6" fmla="*/ 4114800 h 4114800"/>
              <a:gd name="connisteX7" fmla="*/ 0 w 3454400"/>
              <a:gd name="connsiteY7" fmla="*/ 3911600 h 4114800"/>
              <a:gd name="connisteX8" fmla="*/ 0 w 34544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11600"/>
                </a:lnTo>
                <a:cubicBezTo>
                  <a:pt x="3454400" y="4023824"/>
                  <a:pt x="3363424" y="4114800"/>
                  <a:pt x="32512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4368800" y="5943600"/>
            <a:ext cx="345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idx="16391" hasCustomPrompt="1"/>
            <p:custDataLst>
              <p:tags r:id="rId7"/>
            </p:custDataLst>
          </p:nvPr>
        </p:nvSpPr>
        <p:spPr>
          <a:xfrm>
            <a:off x="8128000" y="1524000"/>
            <a:ext cx="3454400" cy="4114800"/>
          </a:xfrm>
          <a:custGeom>
            <a:avLst/>
            <a:gdLst>
              <a:gd name="connisteX0" fmla="*/ 0 w 3454400"/>
              <a:gd name="connsiteY0" fmla="*/ 203200 h 4114800"/>
              <a:gd name="connisteX1" fmla="*/ 203200 w 3454400"/>
              <a:gd name="connsiteY1" fmla="*/ 0 h 4114800"/>
              <a:gd name="connisteX2" fmla="*/ 3251200 w 3454400"/>
              <a:gd name="connsiteY2" fmla="*/ 0 h 4114800"/>
              <a:gd name="connisteX3" fmla="*/ 3454400 w 3454400"/>
              <a:gd name="connsiteY3" fmla="*/ 203200 h 4114800"/>
              <a:gd name="connisteX4" fmla="*/ 3454400 w 3454400"/>
              <a:gd name="connsiteY4" fmla="*/ 3911600 h 4114800"/>
              <a:gd name="connisteX5" fmla="*/ 3251200 w 3454400"/>
              <a:gd name="connsiteY5" fmla="*/ 4114800 h 4114800"/>
              <a:gd name="connisteX6" fmla="*/ 203200 w 3454400"/>
              <a:gd name="connsiteY6" fmla="*/ 4114800 h 4114800"/>
              <a:gd name="connisteX7" fmla="*/ 0 w 3454400"/>
              <a:gd name="connsiteY7" fmla="*/ 3911600 h 4114800"/>
              <a:gd name="connisteX8" fmla="*/ 0 w 34544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11600"/>
                </a:lnTo>
                <a:cubicBezTo>
                  <a:pt x="3454400" y="4023824"/>
                  <a:pt x="3363424" y="4114800"/>
                  <a:pt x="32512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8128000" y="5943600"/>
            <a:ext cx="345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image" Target="../media/image3.jpeg"/><Relationship Id="rId5" Type="http://schemas.openxmlformats.org/officeDocument/2006/relationships/tags" Target="../tags/tag72.xml"/><Relationship Id="rId4" Type="http://schemas.openxmlformats.org/officeDocument/2006/relationships/image" Target="../media/image2.jpeg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76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微信图片_20250907025057_64_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415"/>
            <a:ext cx="12192635" cy="6839585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述职答辩</a:t>
            </a:r>
            <a:endParaRPr lang="zh-CN" altLang="en-US"/>
          </a:p>
        </p:txBody>
      </p:sp>
      <p:pic>
        <p:nvPicPr>
          <p:cNvPr id="11" name="内容占位符 10" descr="1EA7028ADA79B8A8E817D9A7F7F6EDFB"/>
          <p:cNvPicPr>
            <a:picLocks noChangeAspect="1"/>
          </p:cNvPicPr>
          <p:nvPr>
            <p:ph idx="16389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97255" y="1750060"/>
            <a:ext cx="1856740" cy="4642485"/>
          </a:xfrm>
          <a:prstGeom prst="rect">
            <a:avLst/>
          </a:prstGeom>
        </p:spPr>
      </p:pic>
      <p:pic>
        <p:nvPicPr>
          <p:cNvPr id="13" name="内容占位符 12" descr="微信图片_20250907023815_63_6"/>
          <p:cNvPicPr>
            <a:picLocks noChangeAspect="1"/>
          </p:cNvPicPr>
          <p:nvPr>
            <p:ph idx="16390"/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775710" y="3503930"/>
            <a:ext cx="4365625" cy="2910205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7118985" y="955040"/>
            <a:ext cx="2593340" cy="441325"/>
            <a:chOff x="7707" y="1872"/>
            <a:chExt cx="4084" cy="695"/>
          </a:xfrm>
        </p:grpSpPr>
        <p:sp>
          <p:nvSpPr>
            <p:cNvPr id="19" name="平行四边形 18"/>
            <p:cNvSpPr/>
            <p:nvPr/>
          </p:nvSpPr>
          <p:spPr>
            <a:xfrm>
              <a:off x="7707" y="1872"/>
              <a:ext cx="1646" cy="514"/>
            </a:xfrm>
            <a:prstGeom prst="parallelogram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20" name="平行四边形 19"/>
            <p:cNvSpPr/>
            <p:nvPr/>
          </p:nvSpPr>
          <p:spPr>
            <a:xfrm>
              <a:off x="8013" y="2053"/>
              <a:ext cx="3778" cy="514"/>
            </a:xfrm>
            <a:prstGeom prst="parallelogram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7"/>
            </p:custDataLst>
          </p:nvPr>
        </p:nvSpPr>
        <p:spPr>
          <a:xfrm>
            <a:off x="7503160" y="1060450"/>
            <a:ext cx="3454400" cy="304800"/>
          </a:xfrm>
        </p:spPr>
        <p:txBody>
          <a:bodyPr>
            <a:noAutofit/>
          </a:bodyPr>
          <a:p>
            <a:r>
              <a:rPr lang="zh-CN" altLang="en-US"/>
              <a:t>对内活动的保障与支持</a:t>
            </a:r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7096125" y="1652270"/>
            <a:ext cx="2593340" cy="441325"/>
            <a:chOff x="7707" y="1872"/>
            <a:chExt cx="4084" cy="695"/>
          </a:xfrm>
        </p:grpSpPr>
        <p:sp>
          <p:nvSpPr>
            <p:cNvPr id="29" name="平行四边形 28"/>
            <p:cNvSpPr/>
            <p:nvPr/>
          </p:nvSpPr>
          <p:spPr>
            <a:xfrm>
              <a:off x="7707" y="1872"/>
              <a:ext cx="1646" cy="514"/>
            </a:xfrm>
            <a:prstGeom prst="parallelogram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30" name="平行四边形 29"/>
            <p:cNvSpPr/>
            <p:nvPr/>
          </p:nvSpPr>
          <p:spPr>
            <a:xfrm>
              <a:off x="8013" y="2053"/>
              <a:ext cx="3778" cy="514"/>
            </a:xfrm>
            <a:prstGeom prst="parallelogram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7096125" y="2346325"/>
            <a:ext cx="2593340" cy="441325"/>
            <a:chOff x="7707" y="1872"/>
            <a:chExt cx="4084" cy="695"/>
          </a:xfrm>
        </p:grpSpPr>
        <p:sp>
          <p:nvSpPr>
            <p:cNvPr id="32" name="平行四边形 31"/>
            <p:cNvSpPr/>
            <p:nvPr/>
          </p:nvSpPr>
          <p:spPr>
            <a:xfrm>
              <a:off x="7707" y="1872"/>
              <a:ext cx="1646" cy="514"/>
            </a:xfrm>
            <a:prstGeom prst="parallelogram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33" name="平行四边形 32"/>
            <p:cNvSpPr/>
            <p:nvPr/>
          </p:nvSpPr>
          <p:spPr>
            <a:xfrm>
              <a:off x="8013" y="2053"/>
              <a:ext cx="3778" cy="514"/>
            </a:xfrm>
            <a:prstGeom prst="parallelogram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文本占位符 7"/>
          <p:cNvSpPr>
            <a:spLocks noGrp="1"/>
          </p:cNvSpPr>
          <p:nvPr>
            <p:ph type="body" idx="16387"/>
            <p:custDataLst>
              <p:tags r:id="rId8"/>
            </p:custDataLst>
          </p:nvPr>
        </p:nvSpPr>
        <p:spPr>
          <a:xfrm>
            <a:off x="7487285" y="2474595"/>
            <a:ext cx="3454400" cy="304800"/>
          </a:xfrm>
        </p:spPr>
        <p:txBody>
          <a:bodyPr>
            <a:noAutofit/>
          </a:bodyPr>
          <a:p>
            <a:r>
              <a:rPr lang="zh-CN" altLang="en-US"/>
              <a:t>对外形象的展示与联动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/>
            <p:custDataLst>
              <p:tags r:id="rId9"/>
            </p:custDataLst>
          </p:nvPr>
        </p:nvSpPr>
        <p:spPr>
          <a:xfrm>
            <a:off x="7487285" y="1750060"/>
            <a:ext cx="3454400" cy="304800"/>
          </a:xfrm>
        </p:spPr>
        <p:txBody>
          <a:bodyPr>
            <a:noAutofit/>
          </a:bodyPr>
          <a:p>
            <a:r>
              <a:rPr lang="zh-CN" altLang="en-US"/>
              <a:t>跨界合作的创新与尝试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8f47b024ae2d10730901440ec5d748b959d37a2"/>
  <p:tag name="KSO_WM_NEWLAYOUT_ID" val="102"/>
</p:tagLst>
</file>

<file path=ppt/tags/tag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8f47b024ae2d10730901440ec5d748b959d37a2"/>
  <p:tag name="KSO_WM_NEWLAYOUT_ID" val="102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29"/>
  <p:tag name="KSO_WM_TEMPLATE_MASTER_TYPE" val="0"/>
  <p:tag name="KSO_WM_TEMPLATE_COLOR_TYPE" val="1"/>
  <p:tag name="KSO_WM_SLIDE_TYPE" val="text"/>
  <p:tag name="KSO_WM_SLIDE_SUBTYPE" val="defaultBlank"/>
  <p:tag name="KSO_WM_SLIDE_ITEM_CNT" val="3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CONTENT_ORIENTATION" val=""/>
  <p:tag name="KSO_WM_SLIDE_HAS_MASK" val="0"/>
  <p:tag name="KSO_WM_TEMPLATE_SLIDE_ID" val="slide_b20d78d373fd59d9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WPS 演示</Application>
  <PresentationFormat>宽屏</PresentationFormat>
  <Paragraphs>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寅时请叫醒我.</cp:lastModifiedBy>
  <cp:revision>157</cp:revision>
  <dcterms:created xsi:type="dcterms:W3CDTF">2019-06-19T02:08:00Z</dcterms:created>
  <dcterms:modified xsi:type="dcterms:W3CDTF">2025-09-06T18:59:40Z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5E8A92CCC336498F8F5D2B7F8A78ED9E_11</vt:lpwstr>
  </property>
</Properties>
</file>